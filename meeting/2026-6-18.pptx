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7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401864-3B64-7B9E-C4D6-E91564FA7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9FDE11-7E56-C4F2-0F23-CE4C5AA47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4B968-4B41-3034-FA42-01B7DCAD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2C849-03F9-67F3-96E7-060E184D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976413-992B-5487-7D2E-922E4B56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930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FC3C0-87F1-FD4D-DC8C-40F9082B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53040E-4053-C401-62BE-DFEF3D9B2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4C79B0-59F5-3368-8B06-973323BD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53849-CF89-679B-BE4A-177E9D52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E17BFF-0312-2816-1386-D96192EB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7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BFF49-D2D4-E065-0940-FC3AA4C8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4325FF-D21B-78B1-71C1-C20863A2F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B7CA54-A09C-4874-C5C2-91480D00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8D73A1-1A12-F49E-366F-83753533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9F481B-58A6-481B-813A-67351E02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58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96E7B-CD3E-82F1-60CC-997F5D0B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B88F4-72CB-E7FD-957F-EE2ACE6E8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3E9947-BAC4-8520-E3D3-79AC4F0D2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899FE4-081A-883D-9BBE-2A120A6B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69746F-0FE1-F445-5FCC-D2638E08C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138704-A6A0-459B-40E5-1D78924E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2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8D153-1C8A-923D-080C-695B46242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7D2401-2FD6-3BCB-705C-BD5E0A448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DB557E-B338-32F9-A44B-336C0934B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8BD01-2C0E-F3A5-BDC8-973FFE80C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CA00BB-847D-1F90-5D42-0B858E89F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97E40C-2FB0-D43D-ACD3-3BDEF8448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F37F1E-0593-7490-CB85-08F170DE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04271D-7086-6631-7DD7-4A432527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53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220B0-E1B1-D26B-B22F-39A3A2E7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BE7991-DAD0-8D5F-30BD-CD2FF5CD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330AA2-DFFD-082B-0F27-71C937EF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AC93A9-851C-74F7-2355-D01F5A768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48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36CBC3-63AD-1F9F-476D-2C511B82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E57BBD-490C-0C89-C09E-0449C716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161B5C-22EE-6FD3-3D41-C775E974C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11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FE85C-E916-C108-EC39-B22B7C0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F307A9-DCA8-4251-7835-A30C54100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CC1A0F-11B7-8068-A11F-C39B0D14B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62F6AD-6FA7-C0EA-B9C5-93DEC001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28F7EE-90B9-018D-1785-5BAA67B2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AFF86B-03A8-8090-7A36-BA1ED1F1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8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43818-5BF1-62C7-840E-BAE1FDBE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232C5F-C089-B311-DBE3-283E2EE4E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04FC12-1C2B-6270-449E-236941C9A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F52E34-830F-2F2D-9A4A-63D03696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225A4F-01DD-CDC1-E870-6252DA8CE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2AC7D9-6994-A7DC-44C3-29271DE1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65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076B-E294-7819-3F67-8E555BA9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BDF578-5B11-E308-D828-4EB18D3CE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5CD39-4B0F-82EA-1618-A7582E28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A6BEAA-B348-E605-BC5B-7200789C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B6916E-1047-A680-7603-A8B96197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25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98B89F-6FEE-8A60-E53F-CA4A8E452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D5E4EF-5DF6-5BD8-4DDB-5FC35AD75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65572-F6A7-A05B-748F-4ACFAE10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810C75-F2BA-6A59-B33E-C03E0806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D8AC8D-C563-E4A3-084C-C5BFFEA7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9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248CD6-1D95-35D6-2449-CC7E90AA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A3D9E3-5B93-D96F-65CB-CC057E260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116E9C-D306-7F10-E715-5E3C343F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28C2B-123F-484A-91BC-1B58A8ABE439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CFD3F-475D-1783-2BE7-0CEA980C3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850A5D-7C09-238F-C358-E3F4E7F7D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E0584-77B2-427C-942E-7C65850A62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39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6488AA-510F-DCB1-8BFB-176195E940A6}"/>
              </a:ext>
            </a:extLst>
          </p:cNvPr>
          <p:cNvSpPr txBox="1"/>
          <p:nvPr/>
        </p:nvSpPr>
        <p:spPr>
          <a:xfrm>
            <a:off x="604015" y="5924836"/>
            <a:ext cx="2876150" cy="45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학생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강서진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44A2F-30DC-2152-6148-128C07114E99}"/>
              </a:ext>
            </a:extLst>
          </p:cNvPr>
          <p:cNvSpPr txBox="1"/>
          <p:nvPr/>
        </p:nvSpPr>
        <p:spPr>
          <a:xfrm>
            <a:off x="604015" y="5591306"/>
            <a:ext cx="2876150" cy="45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지도교수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김성찬 교수님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015" y="1771651"/>
            <a:ext cx="10302110" cy="1546024"/>
          </a:xfrm>
        </p:spPr>
        <p:txBody>
          <a:bodyPr>
            <a:noAutofit/>
          </a:bodyPr>
          <a:lstStyle/>
          <a:p>
            <a:pPr algn="l"/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Time-Series Visualization of Search Volume Trends for Three Major Infectious Diseases</a:t>
            </a:r>
            <a:endParaRPr lang="ko-KR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/>
          <p:nvPr/>
        </p:nvCxnSpPr>
        <p:spPr>
          <a:xfrm>
            <a:off x="678378" y="3545071"/>
            <a:ext cx="9720000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2026. 6.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</a:t>
            </a:r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045C-1D81-2B8A-58C2-1C325687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DF24D-BA91-BEA1-1708-89C99D964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 Keyword Definition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D368BD-AE9E-B68E-E92C-B10F22E2D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2"/>
            <a:ext cx="10515600" cy="571341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</a:t>
            </a:r>
          </a:p>
          <a:p>
            <a:pPr>
              <a:lnSpc>
                <a:spcPct val="11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Naver 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DataLab</a:t>
            </a:r>
            <a:endPara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코로나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코로나바이러스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코로나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19,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코비드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코비드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19, covid, covid19, covid-19, sars-cov-2</a:t>
            </a:r>
          </a:p>
          <a:p>
            <a:pPr>
              <a:lnSpc>
                <a:spcPct val="11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Trends</a:t>
            </a:r>
          </a:p>
          <a:p>
            <a:pPr lvl="1">
              <a:lnSpc>
                <a:spcPct val="11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</a:t>
            </a:r>
          </a:p>
          <a:p>
            <a:pPr>
              <a:lnSpc>
                <a:spcPct val="11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Naver 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DataLab</a:t>
            </a:r>
            <a:endPara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독감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인플루엔자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influenza</a:t>
            </a:r>
          </a:p>
          <a:p>
            <a:pPr>
              <a:lnSpc>
                <a:spcPct val="11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Trends</a:t>
            </a:r>
          </a:p>
          <a:p>
            <a:pPr lvl="1">
              <a:lnSpc>
                <a:spcPct val="11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</a:t>
            </a:r>
          </a:p>
          <a:p>
            <a:pPr>
              <a:lnSpc>
                <a:spcPct val="11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Naver 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DataLab</a:t>
            </a:r>
            <a:endPara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노로바이러스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norovirus</a:t>
            </a:r>
          </a:p>
          <a:p>
            <a:pPr>
              <a:lnSpc>
                <a:spcPct val="11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Trends</a:t>
            </a:r>
          </a:p>
          <a:p>
            <a:pPr lvl="1">
              <a:lnSpc>
                <a:spcPct val="11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</a:t>
            </a:r>
          </a:p>
        </p:txBody>
      </p:sp>
    </p:spTree>
    <p:extLst>
      <p:ext uri="{BB962C8B-B14F-4D97-AF65-F5344CB8AC3E}">
        <p14:creationId xmlns:p14="http://schemas.microsoft.com/office/powerpoint/2010/main" val="40883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D5C8-F5BE-AEA8-5D7B-3581EACBF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6158D-75E2-7794-3AA6-EE0D070C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 Period Definition &amp; Others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59F9B95-BEC7-DD50-E78B-7C10C929C1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25563"/>
                <a:ext cx="10515600" cy="537051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Reference Paper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Week 37, 2025 ~ Week 10, 2026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Sep. 8, 2025 ~ Mar. 8, 2026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Naver </a:t>
                </a:r>
                <a:r>
                  <a:rPr lang="en-US" altLang="ko-KR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DataLab</a:t>
                </a:r>
                <a:endParaRPr lang="en-US" altLang="ko-K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Sep. 1, 2025 ~ Mar. 8, 2026 </a:t>
                </a:r>
                <a14:m>
                  <m:oMath xmlns:m="http://schemas.openxmlformats.org/officeDocument/2006/math">
                    <m:r>
                      <a:rPr lang="en-US" altLang="ko-KR" sz="16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Sep. 8, 2025 ~ Mar. 8, 2026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Week 37, 2025 ~ Week 10, 2026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Trends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Sep. 7, 2025 ~ Mar. 7, 2026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Week 37, 2025 ~ Week 10, 2026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Trend Location of Google Trends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South Korea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59F9B95-BEC7-DD50-E78B-7C10C929C1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25563"/>
                <a:ext cx="10515600" cy="5370512"/>
              </a:xfrm>
              <a:blipFill>
                <a:blip r:embed="rId2"/>
                <a:stretch>
                  <a:fillRect l="-870" t="-9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49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2934F-0347-0A02-5499-67932AF1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 COVID-19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E2BBA5-F564-8226-72B9-FB311963E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86" y="1157030"/>
            <a:ext cx="5869025" cy="25172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ED4A15-1FE1-C897-3E0D-BC05FEF4A828}"/>
              </a:ext>
            </a:extLst>
          </p:cNvPr>
          <p:cNvSpPr txBox="1"/>
          <p:nvPr/>
        </p:nvSpPr>
        <p:spPr>
          <a:xfrm>
            <a:off x="3187698" y="3674291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(a) COVID-19.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EE22DC3-882F-21D1-962C-934004052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493" y="4057650"/>
            <a:ext cx="5736805" cy="22731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B58520-6366-54E7-6352-EC8D063C650C}"/>
              </a:ext>
            </a:extLst>
          </p:cNvPr>
          <p:cNvSpPr txBox="1"/>
          <p:nvPr/>
        </p:nvSpPr>
        <p:spPr>
          <a:xfrm>
            <a:off x="3227595" y="640637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Search Trend: Google vs Naver.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67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A99D0-0F0F-6F77-A361-48CA4545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BAEB6-B215-542D-24AC-0772F40C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 Influenza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65837-1039-426A-9ACB-AF95F1B7CD66}"/>
              </a:ext>
            </a:extLst>
          </p:cNvPr>
          <p:cNvSpPr txBox="1"/>
          <p:nvPr/>
        </p:nvSpPr>
        <p:spPr>
          <a:xfrm>
            <a:off x="3187698" y="3674291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(b) Influenza.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CE10EB-A9EA-0D77-3042-8AAB628E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85" y="1161616"/>
            <a:ext cx="5869025" cy="25126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D53BAE8-2810-4D16-0F07-F462CAD4F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493" y="4057650"/>
            <a:ext cx="5736805" cy="22731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0E06E8-5D9C-57B5-443A-6C17CF36D2CF}"/>
              </a:ext>
            </a:extLst>
          </p:cNvPr>
          <p:cNvSpPr txBox="1"/>
          <p:nvPr/>
        </p:nvSpPr>
        <p:spPr>
          <a:xfrm>
            <a:off x="3227595" y="640637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 Search Trend: Google vs Naver.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755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146B-026E-ED87-7EE4-5453A096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80746-6A6B-3D51-A4D9-7B32E8B0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 Norovirus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92053-5CCC-842B-FC98-5CC86CC8A08C}"/>
              </a:ext>
            </a:extLst>
          </p:cNvPr>
          <p:cNvSpPr txBox="1"/>
          <p:nvPr/>
        </p:nvSpPr>
        <p:spPr>
          <a:xfrm>
            <a:off x="3187698" y="3674291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(c) Norovirus.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35EBA9-7556-C6A3-8DFD-6C51899EF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85" y="1157029"/>
            <a:ext cx="5869025" cy="251726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587C056-72F2-BE1D-56C1-309E080C0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492" y="4057648"/>
            <a:ext cx="5736806" cy="2273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266CFD-7A21-A35F-5DB6-846C0C238808}"/>
              </a:ext>
            </a:extLst>
          </p:cNvPr>
          <p:cNvSpPr txBox="1"/>
          <p:nvPr/>
        </p:nvSpPr>
        <p:spPr>
          <a:xfrm>
            <a:off x="3227595" y="640637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 Search Trend: Google vs Naver.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60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246</Words>
  <Application>Microsoft Office PowerPoint</Application>
  <PresentationFormat>와이드스크린</PresentationFormat>
  <Paragraphs>45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Cambria Math</vt:lpstr>
      <vt:lpstr>Times New Roman</vt:lpstr>
      <vt:lpstr>Office 테마</vt:lpstr>
      <vt:lpstr>Time-Series Visualization of Search Volume Trends for Three Major Infectious Diseases</vt:lpstr>
      <vt:lpstr>Outline</vt:lpstr>
      <vt:lpstr>1.  Keyword Definition</vt:lpstr>
      <vt:lpstr>1.  Period Definition &amp; Others</vt:lpstr>
      <vt:lpstr>2.  COVID-19</vt:lpstr>
      <vt:lpstr>3.  Influenza</vt:lpstr>
      <vt:lpstr>4.  Norovirus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8</cp:revision>
  <dcterms:created xsi:type="dcterms:W3CDTF">2026-06-12T10:29:43Z</dcterms:created>
  <dcterms:modified xsi:type="dcterms:W3CDTF">2026-06-16T21:46:29Z</dcterms:modified>
</cp:coreProperties>
</file>